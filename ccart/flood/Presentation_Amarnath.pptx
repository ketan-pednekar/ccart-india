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1" r:id="rId4"/>
    <p:sldId id="260" r:id="rId5"/>
    <p:sldId id="267" r:id="rId6"/>
    <p:sldId id="257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7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2B6C-28AF-CF61-D123-EDC88C7EE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E6829-049E-ECA0-587E-1231C6DF3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155E-F043-F0D9-39E9-427EC94E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1F1A-8606-C22F-F6A8-6C5D8D29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66C7-99AA-F0C2-E31B-2B6105EC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2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CEDB-6D55-B58B-27FB-21F4A58B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259F-D2B3-F66E-259A-6598B577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84B35-3AF3-3371-3CA1-B91C13C9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3356D-C2CB-F342-CC38-A182C901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44C2A-3B11-F73A-98C2-F93665D6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3B64-C7D1-0971-F941-5C975BE8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ADE1-4008-90EA-0382-B0FF1236B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F7E27-55C7-E7BE-2757-BE13300D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30201-062F-E854-46F6-77049977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8FA21-16CE-2280-4F3E-D15036B4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22A0-0D4A-2F6A-7623-72668BEE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0D679-3AB2-CA71-3049-8F2D2AD67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4FE47-6AC9-2892-6437-A386A8150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8B4FD-19DE-CDA4-4CEC-8FB66964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E15D0-CD00-5F9F-19E6-1C443B0C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6F27A-3614-8B3D-DDB2-9FF3D446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1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6E69-18D6-7F08-79B7-4E65553B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A7BC7-DF78-17DF-E6BC-7715F5550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1ECC3-2078-E0C1-6E07-3C227CAC7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0BE8F-08DC-D2E4-FECC-8AE98ED28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FA185-CDAE-534A-C42F-3AADB78D2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BE0EF-7B82-A280-DAAB-854FC9D9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2B46D-69CB-D6A3-97AF-EFF6EC0E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157EA4-A800-37AC-F9A7-EEF92E66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38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62FE-2B0F-EC21-0046-03731459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325A7-A8E2-55A6-6023-AD6AF4CE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C398A-30CF-5D26-F053-B03D0B0B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A4752-B31F-1936-1C56-11D56C83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3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8ECE5-61D4-145A-4133-B9634C1A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08FCA-AC71-6590-C10B-B7995AD7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F32BD-DE5F-A378-8128-E9127F77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2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3B5C-DE85-70E4-9552-F69B31D7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3F9E7-B17E-7B41-0A41-803717E8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EE212-537B-9250-9D9D-C9E11DED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05345-38E4-78BB-9DEE-BB54D368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09DA-C73B-A580-3D41-D5C52B72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C87A5-585C-E4E4-31F3-1B884064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91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EB3B-B427-D6F2-A2E9-29D396E9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FA6FD-852A-49DF-6BBA-B52F1CA03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2B96F-9B2A-0241-B0C4-A5B5AE1E4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E9A4A-EDF0-ADF3-05D0-06F53D3C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8EC4A-6638-07D5-8DBC-CAB47D48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17BEB-AA8B-A39D-8309-881E6261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2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8A3A-BA0C-A6E9-6C78-EE7DBD7C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39DFC-CFCA-C2C1-DF60-7CEDDCA3E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34A46-F4A7-0029-2A24-A100935D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EAF46-3865-8D01-FAF9-853D1309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20B65-D61C-497A-0583-672E35E4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82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104C5-8C51-357A-066C-C2D86F171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68543-8919-C409-EB12-0F0B2A62B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B568-21D3-F3AD-E4DC-937437F5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BFFE2-91A8-4D75-7DCA-CA65CA63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8E48-2F2F-5211-6D9A-B8844CF9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66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86F35-A0DE-30BB-016A-110BA10F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2B2E3-98B5-0539-1B18-2E350C67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1F2C5-A02F-8BEA-04F1-99090CF0D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73B60-01CC-46EA-8EFB-33F44F9E565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BBF7-D71C-5713-F9E9-8D13FF793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29EC-9395-E713-EAEC-9F1B02397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E47DE-59A0-4438-B2E9-432811A13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0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ccartghg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etan-pednekar/ccart-india" TargetMode="External"/><Relationship Id="rId4" Type="http://schemas.openxmlformats.org/officeDocument/2006/relationships/hyperlink" Target="http://www.ccartgh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A3AD-9034-3F99-ED00-AF94604D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46A900B-E575-4BFF-E805-9CD177946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9FC37C-A8CE-C7E0-7D7A-AEA6481F6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CCART – Climate Change Analysis and Risk Tool</a:t>
            </a:r>
            <a:endParaRPr lang="en-IN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EFACC67-7C41-E935-30B0-EB352F87EB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Ketan Pednekar – 20 April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978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06D4B-1109-900F-74AF-CD0B4573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23E45D6-4BD4-5B48-3D27-F11CEEA5B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253167-D457-52E1-90A3-958ACE83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CCART - </a:t>
            </a:r>
            <a:r>
              <a:rPr lang="en-IN" sz="3200" dirty="0"/>
              <a:t>Open, Reproducible Climate‑Hazard Infrastructure</a:t>
            </a:r>
            <a:endParaRPr lang="en-IN" sz="32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6A1F00F-76EA-2835-B6F5-F875A6B4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Multi‑hazard engine (Cyclone, Flood, Heat)</a:t>
            </a:r>
          </a:p>
          <a:p>
            <a:r>
              <a:rPr lang="en-US" dirty="0"/>
              <a:t>Built for TCFD physical risk workflows</a:t>
            </a:r>
          </a:p>
          <a:p>
            <a:r>
              <a:rPr lang="en-US" dirty="0"/>
              <a:t>Uses CHIRPS, CMIP6, </a:t>
            </a:r>
            <a:r>
              <a:rPr lang="en-US" dirty="0" err="1"/>
              <a:t>IndoFloods</a:t>
            </a:r>
            <a:r>
              <a:rPr lang="en-US" dirty="0"/>
              <a:t>, </a:t>
            </a:r>
            <a:r>
              <a:rPr lang="en-US" dirty="0" err="1"/>
              <a:t>HydroBASINS</a:t>
            </a:r>
            <a:endParaRPr lang="en-US" dirty="0"/>
          </a:p>
          <a:p>
            <a:r>
              <a:rPr lang="en-IN" dirty="0"/>
              <a:t>Transparent, modular, reproducible pipelines</a:t>
            </a:r>
          </a:p>
          <a:p>
            <a:r>
              <a:rPr lang="en-US" dirty="0"/>
              <a:t>Hazard only where empirical susceptibility exists</a:t>
            </a:r>
          </a:p>
          <a:p>
            <a:r>
              <a:rPr lang="en-US" dirty="0"/>
              <a:t>Future: CCART‑UK + Cyclone‑Induced Flood module</a:t>
            </a:r>
          </a:p>
        </p:txBody>
      </p:sp>
    </p:spTree>
    <p:extLst>
      <p:ext uri="{BB962C8B-B14F-4D97-AF65-F5344CB8AC3E}">
        <p14:creationId xmlns:p14="http://schemas.microsoft.com/office/powerpoint/2010/main" val="322858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5F24-11E9-536C-CD43-5E22222C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7EF7DEB-3A1E-2110-6C92-A79B9E4F9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5FBE82-91FE-FB9B-C876-7A6652367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243" y="311728"/>
            <a:ext cx="7187512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4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F49FB-98FE-4B18-2EC9-386FDC847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2507105-51CF-2675-6169-010763C17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pic>
        <p:nvPicPr>
          <p:cNvPr id="2" name="ccart_combined_flood_sequence_zenodo">
            <a:hlinkClick r:id="" action="ppaction://media"/>
            <a:extLst>
              <a:ext uri="{FF2B5EF4-FFF2-40B4-BE49-F238E27FC236}">
                <a16:creationId xmlns:a16="http://schemas.microsoft.com/office/drawing/2014/main" id="{F41C9768-54CD-1E9A-6155-E3A5BF46EB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59265" y="305978"/>
            <a:ext cx="5992091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0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D3EA-A5C3-26A8-4BB7-AE8A842F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AAD8CA7-FF70-42E5-F28D-E66C35E10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pic>
        <p:nvPicPr>
          <p:cNvPr id="3" name="ccart_maharashtra_flood_animation_v1">
            <a:hlinkClick r:id="" action="ppaction://media"/>
            <a:extLst>
              <a:ext uri="{FF2B5EF4-FFF2-40B4-BE49-F238E27FC236}">
                <a16:creationId xmlns:a16="http://schemas.microsoft.com/office/drawing/2014/main" id="{5635680B-78C9-0DF7-DA9E-441E6858EC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41503" y="329128"/>
            <a:ext cx="798945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1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6561D-F82E-CEE3-F191-D6D5128B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649"/>
            <a:ext cx="12192000" cy="28187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766A78-22E1-6EC5-9A48-616606CDC177}"/>
              </a:ext>
            </a:extLst>
          </p:cNvPr>
          <p:cNvSpPr txBox="1"/>
          <p:nvPr/>
        </p:nvSpPr>
        <p:spPr>
          <a:xfrm>
            <a:off x="674225" y="4844532"/>
            <a:ext cx="1432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Max days/year: 20.25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0F076-57F3-3272-EA57-3BE1408AD12F}"/>
              </a:ext>
            </a:extLst>
          </p:cNvPr>
          <p:cNvSpPr txBox="1"/>
          <p:nvPr/>
        </p:nvSpPr>
        <p:spPr>
          <a:xfrm>
            <a:off x="3697147" y="4834888"/>
            <a:ext cx="1432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Max days/year: 67.62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A97C1-DCE9-36B8-FE1B-A86A2B61181C}"/>
              </a:ext>
            </a:extLst>
          </p:cNvPr>
          <p:cNvSpPr txBox="1"/>
          <p:nvPr/>
        </p:nvSpPr>
        <p:spPr>
          <a:xfrm>
            <a:off x="6810743" y="4834886"/>
            <a:ext cx="1432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Max days/year: 109.57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FD302C-4DD8-610C-078C-9D4ED6AA0405}"/>
              </a:ext>
            </a:extLst>
          </p:cNvPr>
          <p:cNvSpPr txBox="1"/>
          <p:nvPr/>
        </p:nvSpPr>
        <p:spPr>
          <a:xfrm>
            <a:off x="9854885" y="4846462"/>
            <a:ext cx="1432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Max days/year: 173.50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4E4E2-5AE8-F913-6659-00A83FA2EA73}"/>
              </a:ext>
            </a:extLst>
          </p:cNvPr>
          <p:cNvSpPr txBox="1"/>
          <p:nvPr/>
        </p:nvSpPr>
        <p:spPr>
          <a:xfrm>
            <a:off x="3819641" y="810228"/>
            <a:ext cx="419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Number of Days WBT &gt; 35</a:t>
            </a:r>
            <a:r>
              <a:rPr lang="en-US" b="1" baseline="30000" dirty="0"/>
              <a:t>o</a:t>
            </a:r>
            <a:r>
              <a:rPr lang="en-US" b="1" dirty="0"/>
              <a:t>C (SSP3-7.0)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EBA97-6C92-967A-D30D-32F3401D8F5D}"/>
              </a:ext>
            </a:extLst>
          </p:cNvPr>
          <p:cNvSpPr txBox="1"/>
          <p:nvPr/>
        </p:nvSpPr>
        <p:spPr>
          <a:xfrm>
            <a:off x="902820" y="1747781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1995-2014</a:t>
            </a:r>
            <a:endParaRPr lang="en-IN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F075F-B8A6-3943-355F-4295EE941DFC}"/>
              </a:ext>
            </a:extLst>
          </p:cNvPr>
          <p:cNvSpPr txBox="1"/>
          <p:nvPr/>
        </p:nvSpPr>
        <p:spPr>
          <a:xfrm>
            <a:off x="3972036" y="174970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2027-2039</a:t>
            </a:r>
            <a:endParaRPr lang="en-IN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18E55-5886-90BA-2FA7-4BF83F8426DA}"/>
              </a:ext>
            </a:extLst>
          </p:cNvPr>
          <p:cNvSpPr txBox="1"/>
          <p:nvPr/>
        </p:nvSpPr>
        <p:spPr>
          <a:xfrm>
            <a:off x="6960231" y="1751633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2040-2069</a:t>
            </a:r>
            <a:endParaRPr lang="en-IN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5E763-C562-8236-778C-078946D4C20F}"/>
              </a:ext>
            </a:extLst>
          </p:cNvPr>
          <p:cNvSpPr txBox="1"/>
          <p:nvPr/>
        </p:nvSpPr>
        <p:spPr>
          <a:xfrm>
            <a:off x="10015953" y="1751635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2081-2100</a:t>
            </a:r>
            <a:endParaRPr lang="en-IN" sz="12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C184A2-6D5E-ED37-408B-C7E151C43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7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6B51-8350-F1DE-BB36-26A939C7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1E6390-2CCD-F8B0-35FA-C1BDD0B55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950D6E-84AF-23CB-7474-DCB41A706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94" y="687716"/>
            <a:ext cx="7793182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7BB8-7C91-81BB-9A7C-634487AA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EF6761B-A0A7-7464-ED22-35EF35A6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B6FC75-F20A-A64A-D3E4-FBDC9C6F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49" y="311728"/>
            <a:ext cx="6824702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6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EF36-385E-E664-3B60-78A85A7D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279967-34B4-C4BD-761A-77077FA61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49" y="158393"/>
            <a:ext cx="800169" cy="8001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54F455-9D9C-E5D0-CF82-3EE7A979DD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02A82-CDC9-572C-02B0-4330A1DED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Ketan Pednekar</a:t>
            </a:r>
          </a:p>
          <a:p>
            <a:r>
              <a:rPr lang="en-US" dirty="0">
                <a:hlinkClick r:id="rId3"/>
              </a:rPr>
              <a:t>support@ccartghg.com</a:t>
            </a:r>
            <a:endParaRPr lang="en-US" dirty="0"/>
          </a:p>
          <a:p>
            <a:r>
              <a:rPr lang="en-US" dirty="0">
                <a:hlinkClick r:id="rId4"/>
              </a:rPr>
              <a:t>www.ccartghg.com</a:t>
            </a:r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5"/>
              </a:rPr>
              <a:t>https://github.com/ketan-pednekar/ccart-india</a:t>
            </a:r>
            <a:endParaRPr lang="en-US" dirty="0"/>
          </a:p>
          <a:p>
            <a:r>
              <a:rPr lang="en-US" dirty="0"/>
              <a:t>Phone: +91 8898336029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03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139</Words>
  <Application>Microsoft Office PowerPoint</Application>
  <PresentationFormat>Widescreen</PresentationFormat>
  <Paragraphs>26</Paragraphs>
  <Slides>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CCART – Climate Change Analysis and Risk Tool</vt:lpstr>
      <vt:lpstr>CCART - Open, Reproducible Climate‑Hazard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Ketan pednekar</dc:creator>
  <cp:lastModifiedBy>Ketan pednekar</cp:lastModifiedBy>
  <cp:revision>11</cp:revision>
  <dcterms:created xsi:type="dcterms:W3CDTF">2026-04-20T00:50:06Z</dcterms:created>
  <dcterms:modified xsi:type="dcterms:W3CDTF">2026-04-20T05:42:39Z</dcterms:modified>
</cp:coreProperties>
</file>